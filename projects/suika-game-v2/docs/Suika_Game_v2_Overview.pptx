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6B6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Suika Match-3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Project Overview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8888"/>
                </a:solidFill>
              </a:rPr>
              <a:t>Generated by Antigravity Agent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Game Mechanics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3436"/>
                </a:solidFill>
              </a:rPr>
              <a:t>Core Gameplay (Match-3)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4114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555555"/>
                </a:solidFill>
              </a:rPr>
              <a:t>Physics-based fruit dropping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Match-3 Merge Logic (BFS Algorithm)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Dynamic evolution: Cherry -&gt; Strawberry -&gt; ... -&gt; Watermelon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0" y="1371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3436"/>
                </a:solidFill>
              </a:rPr>
              <a:t>Tech Stack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029200" y="192024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555555"/>
                </a:solidFill>
              </a:rPr>
              <a:t>Engine: Matter.js (2D Physics)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Rendering: HTML5 Canvas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Structure: Single HTML File (Zero-build)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v2.0 Design Updates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3436"/>
                </a:solidFill>
              </a:rPr>
              <a:t>UI Enhancements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555555"/>
                </a:solidFill>
              </a:rPr>
              <a:t>Glassmorphism: Translucent UI panels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</a:rPr>
              <a:t>Start Screen: Dedicated landing overlay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</a:rPr>
              <a:t>Typography: Google Fonts (Fredoka, Nunito)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</a:rPr>
              <a:t>Code Quality: JSDoc &amp; Strict Null Checks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D343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Monetization &amp; Roadmap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6B"/>
                </a:solidFill>
              </a:rPr>
              <a:t>Current Features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4114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555555"/>
                </a:solidFill>
              </a:rPr>
              <a:t>Banner Ad Placeholder (320x50)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Interstitial Ad Simulation (Retry)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Social Sharing (Web Share API)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0" y="1371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ECDC4"/>
                </a:solidFill>
              </a:rPr>
              <a:t>Next Steps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029200" y="192024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555555"/>
                </a:solidFill>
              </a:rPr>
              <a:t>Integrate Real Ad Networks (AdMob/AdSense)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Add Cloud Leaderboard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PWA Support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Suika Game Match-3 v2.0 Overview</dc:title>
  <dc:subject>PptxGenJS Presentation</dc:subject>
  <dc:creator>Antigravity Agent</dc:creator>
  <cp:lastModifiedBy>Antigravity Agent</cp:lastModifiedBy>
  <cp:revision>1</cp:revision>
  <dcterms:created xsi:type="dcterms:W3CDTF">2026-02-06T16:09:39Z</dcterms:created>
  <dcterms:modified xsi:type="dcterms:W3CDTF">2026-02-06T16:09:39Z</dcterms:modified>
</cp:coreProperties>
</file>